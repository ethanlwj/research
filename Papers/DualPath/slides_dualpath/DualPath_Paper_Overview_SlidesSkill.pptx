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731520"/>
            <a:ext cx="10972800" cy="3977640"/>
          </a:xfrm>
          <a:prstGeom prst="roundRect">
            <a:avLst>
              <a:gd name="adj" fmla="val 1839"/>
            </a:avLst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344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DualPath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24028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Breaking the Storage Bandwidth Bottleneck in Agentic LLM Inference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overview | arXiv:2602.21548 | Generated with slides skill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DualPath targets a systems bottleneck in agentic LLM serving: KV-cache I/O from storage.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idea: dual-path loading + dynamic scheduling to aggregate prefill/decode bandwidth.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gains: up to 1.73x throughput and up to 1.61x lower median latency.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implication: storage-aware architecture is a first-order optimization in agentic inference.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workloads are multi-turn and tool-driven, producing many short appends over long contexts.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KV-cache reuse shifts the bottleneck from pure compute to KV-cache movement.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PD-disaggregated systems, prefill-side storage bandwidth saturates first.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Decode-side storage/network capacity is often left underutilized.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Contributions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Diagnoses prefill-side storage network bandwidth as the dominant throughput limiter.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Introduces DualPath loading to route KV-cache via both prefill and decode paths.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Applies NIC-centric traffic isolation to protect latency-sensitive model communication.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dynamic scheduling that balances NIC load and GPU utilization together.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Overview (Figure 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4754880" cy="5303520"/>
          </a:xfrm>
          <a:prstGeom prst="roundRect">
            <a:avLst>
              <a:gd name="adj" fmla="val 1154"/>
            </a:avLst>
          </a:prstGeom>
          <a:solidFill>
            <a:srgbClr val="F9FBFF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42519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DualPath adds a second data path for KV-cache loading.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avoids concentrating all storage reads on prefill engines.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exploits spare decode-side I/O to break the prefill bottleneck.</a:t>
            </a:r>
            <a:endParaRPr lang="en-US" sz="2400" dirty="0"/>
          </a:p>
        </p:txBody>
      </p:sp>
      <p:pic>
        <p:nvPicPr>
          <p:cNvPr id="6" name="Image 0" descr="/Users/ethanlau/Workspace/Codex/Papers/report_assets/dualpath_html/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264379"/>
            <a:ext cx="6172200" cy="24664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8521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1: Existing bottleneck (left) and DualPath (right).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Dual-Path Data Movement (Figure 4a/4b)</a:t>
            </a:r>
            <a:endParaRPr lang="en-US" sz="2000" dirty="0"/>
          </a:p>
        </p:txBody>
      </p:sp>
      <p:pic>
        <p:nvPicPr>
          <p:cNvPr id="4" name="Image 0" descr="/Users/ethanlau/Workspace/Codex/Papers/report_assets/dualpath_html/x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32317"/>
            <a:ext cx="5577840" cy="3101926"/>
          </a:xfrm>
          <a:prstGeom prst="rect">
            <a:avLst/>
          </a:prstGeom>
        </p:spPr>
      </p:pic>
      <p:pic>
        <p:nvPicPr>
          <p:cNvPr id="5" name="Image 1" descr="/Users/ethanlau/Workspace/Codex/Papers/report_assets/dualpath_html/x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41197"/>
            <a:ext cx="5257800" cy="28841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5532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4(a): PE Read Path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675120" y="5532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4(b): DE Read Path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31520" y="5806440"/>
            <a:ext cx="112471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 path serves direct reads; DE path can assist under pressure.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 they aggregate available storage bandwidth.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Scheduling and Load Balancing (Figure 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4389120" cy="5394960"/>
          </a:xfrm>
          <a:prstGeom prst="roundRect">
            <a:avLst>
              <a:gd name="adj" fmla="val 1250"/>
            </a:avLst>
          </a:prstGeom>
          <a:solidFill>
            <a:srgbClr val="EAF2FF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234440"/>
            <a:ext cx="39776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Inter-engine scheduling decides where prefill work should run.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balancing targets: storage NIC traffic and GPU utilization.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use spare I/O without harming latency-sensitive collectives.</a:t>
            </a:r>
            <a:endParaRPr lang="en-US" sz="2400" dirty="0"/>
          </a:p>
        </p:txBody>
      </p:sp>
      <p:pic>
        <p:nvPicPr>
          <p:cNvPr id="6" name="Image 0" descr="/Users/ethanlau/Workspace/Codex/Papers/report_assets/dualpath_html/x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460801"/>
            <a:ext cx="6400800" cy="22107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0" y="58978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5: Inter-engine PE scheduling illustration.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EDF6FF"/>
          </a:solidFill>
          <a:ln w="12700">
            <a:solidFill>
              <a:srgbClr val="BFD6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6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1.73x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 gain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28016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EDF6FF"/>
          </a:solidFill>
          <a:ln w="12700">
            <a:solidFill>
              <a:srgbClr val="BFD6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6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1.61x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median latency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EDF6FF"/>
          </a:solidFill>
          <a:ln w="12700">
            <a:solidFill>
              <a:srgbClr val="BFD6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6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90.9%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3796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storage bandwidth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81160" y="128016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EDF6FF"/>
          </a:solidFill>
          <a:ln w="12700">
            <a:solidFill>
              <a:srgbClr val="BFD6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6404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6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77.3%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41832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token acceptance</a:t>
            </a:r>
            <a:endParaRPr lang="en-US" sz="1300" dirty="0"/>
          </a:p>
        </p:txBody>
      </p:sp>
      <p:pic>
        <p:nvPicPr>
          <p:cNvPr id="20" name="Image 0" descr="/Users/ethanlau/Workspace/Codex/Papers/report_assets/dualpath_html/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7733" y="3657600"/>
            <a:ext cx="6206054" cy="23317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51560" y="60807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3: Hardware trends and relative token throughput vs request batch size.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Considerations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depends on workload shape (turn structure, context length, append size).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assume compatible cluster/network architecture and KV-cache storage design.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Scheduling complexity increases; careful operational tuning is required.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numbers are from paper-evaluated systems and may vary in different deployments.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Actionable Lessons for Production Teams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storage-network bottlenecks before scaling compute only.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prefill and decode as a single bandwidth orchestration problem.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 KV-cache traffic from latency-critical inference communication.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serving designs using realistic agent traces, not single-turn prompts only.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NIC utilization, queueing, and cache transfer metrics as first-class SLO indicators.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745"/>
          </a:solidFill>
          <a:ln w="12700">
            <a:solidFill>
              <a:srgbClr val="1027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607040" cy="4023360"/>
          </a:xfrm>
          <a:prstGeom prst="roundRect">
            <a:avLst>
              <a:gd name="adj" fmla="val 1818"/>
            </a:avLst>
          </a:prstGeom>
          <a:solidFill>
            <a:srgbClr val="F8FBFF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8745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7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DualPath reframes agentic LLM serving as a storage-centric systems challenge.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269748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2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dual-path loading + scheduling strategy unlocks major efficiency gains by using available bandwidth more intelligently.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91840" y="47548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63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https://arxiv.org/abs/2602.21548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arXiv paper summary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DualPath: Breaking the Storage Bandwidth Bottleneck in Agentic LLM Inference</dc:title>
  <dc:subject>DualPath paper overview</dc:subject>
  <dc:creator>Codex</dc:creator>
  <cp:lastModifiedBy>Codex</cp:lastModifiedBy>
  <cp:revision>1</cp:revision>
  <dcterms:created xsi:type="dcterms:W3CDTF">2026-03-06T01:30:20Z</dcterms:created>
  <dcterms:modified xsi:type="dcterms:W3CDTF">2026-03-06T01:30:20Z</dcterms:modified>
</cp:coreProperties>
</file>